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Matura MT Script Capitals" panose="03020802060602070202" pitchFamily="66" charset="0"/>
      <p:regular r:id="rId15"/>
    </p:embeddedFont>
    <p:embeddedFont>
      <p:font typeface="Montserrat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282ea67b3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282ea67b3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2e192ffa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2e192ffa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282ea67b3_3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282ea67b3_3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282ea67b3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282ea67b3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282ea67b3_3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282ea67b3_3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282ea67b3_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282ea67b3_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282ea67b3_3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282ea67b3_3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RaceCore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Daniel, Jason, Jonadi, Kobe en Said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882117" y="311304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3200" dirty="0">
                <a:latin typeface="Matura MT Script Capitals" panose="03020802060602070202" pitchFamily="66" charset="0"/>
              </a:rPr>
              <a:t>Project Overzicht</a:t>
            </a:r>
            <a:endParaRPr sz="3200" dirty="0">
              <a:latin typeface="Matura MT Script Capitals" panose="03020802060602070202" pitchFamily="66" charset="0"/>
            </a:endParaRPr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930241" y="1874849"/>
            <a:ext cx="3181200" cy="21650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900" dirty="0"/>
              <a:t>Realtime Multiplayer</a:t>
            </a:r>
            <a:endParaRPr sz="19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 sz="1900" dirty="0"/>
              <a:t>Moderne UI/UX</a:t>
            </a:r>
            <a:endParaRPr sz="19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 sz="1900" dirty="0"/>
              <a:t>Responsive Design</a:t>
            </a:r>
            <a:endParaRPr sz="19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nl" sz="1900" dirty="0"/>
              <a:t>Performante Backend</a:t>
            </a:r>
            <a:endParaRPr sz="19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C4DE6C-30F8-4A9A-980B-5A8540A03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517" y="0"/>
            <a:ext cx="51435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>
            <a:spLocks noGrp="1"/>
          </p:cNvSpPr>
          <p:nvPr>
            <p:ph type="title"/>
          </p:nvPr>
        </p:nvSpPr>
        <p:spPr>
          <a:xfrm>
            <a:off x="2279356" y="296791"/>
            <a:ext cx="278732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3200" dirty="0">
                <a:latin typeface="Matura MT Script Capitals" panose="03020802060602070202" pitchFamily="66" charset="0"/>
              </a:rPr>
              <a:t>Dashboard</a:t>
            </a:r>
            <a:endParaRPr dirty="0">
              <a:latin typeface="Matura MT Script Capitals" panose="03020802060602070202" pitchFamily="66" charset="0"/>
            </a:endParaRPr>
          </a:p>
        </p:txBody>
      </p:sp>
      <p:sp>
        <p:nvSpPr>
          <p:cNvPr id="148" name="Google Shape;148;p15"/>
          <p:cNvSpPr txBox="1">
            <a:spLocks noGrp="1"/>
          </p:cNvSpPr>
          <p:nvPr>
            <p:ph type="body" idx="1"/>
          </p:nvPr>
        </p:nvSpPr>
        <p:spPr>
          <a:xfrm>
            <a:off x="727874" y="1925483"/>
            <a:ext cx="2397575" cy="19101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dirty="0"/>
              <a:t>-Live </a:t>
            </a:r>
            <a:r>
              <a:rPr dirty="0" err="1"/>
              <a:t>Statistieken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BE" dirty="0"/>
              <a:t>-Player Rankings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BE" dirty="0"/>
              <a:t>-Game </a:t>
            </a:r>
            <a:r>
              <a:rPr lang="en-BE" dirty="0" err="1"/>
              <a:t>Progressie</a:t>
            </a:r>
            <a:endParaRPr lang="en-BE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BE" dirty="0"/>
              <a:t>-</a:t>
            </a:r>
            <a:r>
              <a:rPr lang="en-BE" dirty="0" err="1"/>
              <a:t>Snelle</a:t>
            </a:r>
            <a:r>
              <a:rPr lang="en-BE" dirty="0"/>
              <a:t> </a:t>
            </a:r>
            <a:r>
              <a:rPr lang="en-BE" dirty="0" err="1"/>
              <a:t>Navigatie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3906A0-15B6-4253-AFC8-F47C20494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026" y="1210891"/>
            <a:ext cx="4858349" cy="33393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3200" dirty="0">
                <a:latin typeface="Matura MT Script Capitals" panose="03020802060602070202" pitchFamily="66" charset="0"/>
              </a:rPr>
              <a:t>TEAMS</a:t>
            </a:r>
            <a:endParaRPr sz="3200" dirty="0">
              <a:latin typeface="Matura MT Script Capitals" panose="03020802060602070202" pitchFamily="66" charset="0"/>
            </a:endParaRPr>
          </a:p>
        </p:txBody>
      </p:sp>
      <p:sp>
        <p:nvSpPr>
          <p:cNvPr id="160" name="Google Shape;160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 dirty="0"/>
              <a:t>display van renners in speler teams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 dirty="0"/>
              <a:t>wisselen van bank renners en actieve renners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 dirty="0"/>
              <a:t>Disqualify knop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nl" dirty="0"/>
              <a:t>-Kobe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Scoring </a:t>
            </a:r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54</Words>
  <Application>Microsoft Office PowerPoint</Application>
  <PresentationFormat>On-screen Show (16:9)</PresentationFormat>
  <Paragraphs>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Montserrat</vt:lpstr>
      <vt:lpstr>Matura MT Script Capitals</vt:lpstr>
      <vt:lpstr>Lato</vt:lpstr>
      <vt:lpstr>Focus</vt:lpstr>
      <vt:lpstr>RaceCore</vt:lpstr>
      <vt:lpstr>Project Overzicht</vt:lpstr>
      <vt:lpstr>Dashboard</vt:lpstr>
      <vt:lpstr>PowerPoint Presentation</vt:lpstr>
      <vt:lpstr>TEAMS</vt:lpstr>
      <vt:lpstr>PowerPoint Presentation</vt:lpstr>
      <vt:lpstr>Scoring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RaceCore</dc:title>
  <dc:creator>webdeconline</dc:creator>
  <cp:lastModifiedBy>Daniel Stanciu</cp:lastModifiedBy>
  <cp:revision>3</cp:revision>
  <dcterms:modified xsi:type="dcterms:W3CDTF">2026-05-18T13:30:25Z</dcterms:modified>
</cp:coreProperties>
</file>